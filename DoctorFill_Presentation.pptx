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34155"/>
                </a:solidFill>
                <a:latin typeface="Arial"/>
              </a:rPr>
              <a:t>Précision par catégorie (formulaire AVS)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Précision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Admin</c:v>
                  </c:pt>
                  <c:pt idx="1">
                    <c:v>Incapacité</c:v>
                  </c:pt>
                  <c:pt idx="2">
                    <c:v>Traitement</c:v>
                  </c:pt>
                  <c:pt idx="3">
                    <c:v>Travail</c:v>
                  </c:pt>
                  <c:pt idx="4">
                    <c:v>Identité</c:v>
                  </c:pt>
                  <c:pt idx="5">
                    <c:v>Médecin</c:v>
                  </c:pt>
                  <c:pt idx="6">
                    <c:v>Médical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78</c:v>
                </c:pt>
                <c:pt idx="5">
                  <c:v>67</c:v>
                </c:pt>
                <c:pt idx="6">
                  <c:v>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320040" cy="50154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DoctorFill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Remplissage automatique de formulaires médicaux par IA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41148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20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RAG  ·  Marker OCR  ·  VLM  ·  NVIDIA DGX Spark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4480560"/>
            <a:ext cx="17373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4480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médecins suisses doivent remplir manuellement des formulaires standardisés à partir de rapports médicaux.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26517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5488" y="245059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 chronophage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2999232"/>
            <a:ext cx="24323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dizaines de minutes par formulaire, répétées des centaines de fois par mois.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691640"/>
            <a:ext cx="26517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10128" y="245059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de retranscription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0128" y="2999232"/>
            <a:ext cx="24323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Recopie manuelle source d'omissions, d'inversions et d'erreurs de lecture.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69164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691640"/>
            <a:ext cx="26517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↓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44768" y="245059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valeur ajoutée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44768" y="2999232"/>
            <a:ext cx="24323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médical précieux détourné de l'acte de soin vers de l'administration.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736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 concernés : AVS (95 champs)  ·  Cardio (~60 champs)  ·  LAA (~23 champs)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: DoctorFill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IA de bout en bout : du document médical au formulaire PDF rempli.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298448" cy="91440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7282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075688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18488" y="2148840"/>
            <a:ext cx="29260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09928" y="20116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11096" y="1691640"/>
            <a:ext cx="129844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11096" y="17282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11096" y="2075688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9544" y="2148840"/>
            <a:ext cx="29260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00984" y="20116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02152" y="1691640"/>
            <a:ext cx="129844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02152" y="17282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502152" y="2075688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148840"/>
            <a:ext cx="29260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0116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93208" y="1691640"/>
            <a:ext cx="129844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93208" y="17282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93208" y="2075688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91656" y="2148840"/>
            <a:ext cx="29260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3096" y="20116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84264" y="1691640"/>
            <a:ext cx="129844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84264" y="17282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684264" y="2075688"/>
            <a:ext cx="1298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9260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29992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48640" y="3566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médicaux bruts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(PDF, tout format)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383280" y="29260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83280" y="29992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474720" y="3566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RAG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automatisé et parallèle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309360" y="29260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09360" y="29992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400800" y="3566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rempli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à valider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: React 19 + Tauri (desktop)  ·  Auth : Cloudflare Access SSO  ·  Infra : NVIDIA DGX Spark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926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microservices Docker sur NVIDIA DGX Spark · 128 Go mémoire unifiée · ARM64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91440" cy="1627632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600200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Orchestrateur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38912" y="1929384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6712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coordination du pipeline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jobs asynchrones (UUID)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XFA (extract → fill → inject)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: API key, whitelist, sanitisation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508760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508760"/>
            <a:ext cx="91440" cy="16276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600200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OCR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73752" y="1929384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:8082  ·  ~3,8 Go VRAM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16712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marker-pdf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Surya (layout + texte) &amp; Texify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Markdown structuré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SHA-256, parallélisme (sem=3)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46120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46120"/>
            <a:ext cx="91440" cy="16276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337560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 — Embedding / Reranking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38912" y="3666744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:8081  ·  ~4,5 Go VRAM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90448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: BAAI/bge-m3 (multilingue)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: BAAI/bge-reranker-v2-m3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éphémère (in-memory)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top-20 → Rerank → top-7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246120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246120"/>
            <a:ext cx="91440" cy="16276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3337560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— Extraction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873752" y="3666744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:8000  ·  ~17,7 Go VRAM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90448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Qwen2.5-14B-Instruct-AWQ (quantisé)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JSON : { value, source_quote }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0.05 (quasi-déterministe)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Sémaphore LLM=10 requêtes parallèles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828032"/>
            <a:ext cx="8595360" cy="24688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2803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totale utilisée : ~40 Go / 128 Go  (30%)  ·  Réseau interne Docker  ·  docker-compose + health checks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OCR — Extraction de Documents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fonctionne Marker 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Détection de layout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identifie blocs (titres, paragraphes, tableaux, colonnes) via un modèle de vision.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50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Reconnaissance de texte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624328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OCR par ligne/token avec haut niveau de fidélité structurelle.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91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Formules &amp; équations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465576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Texify convertit les formules scientifiques en LaTeX.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032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Export Markdown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4306824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texte structuré avec # titres, tableaux, listes — prêt pour le chunking sémantique.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Marker plutôt que...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508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176479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pixel par pixel, aucune notion de structure. Produit du texte brut sans hiérarchie.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2377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pdfminer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63347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 texte sur PDF natifs uniquement. Échoue sur les PDFs scannés et mélange l'ordre des blocs.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3246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50215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 texte vectoriel, pas de modèle de vision — incapable de corriger les PDFs scannés dégradés.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4078224"/>
            <a:ext cx="4114800" cy="822960"/>
          </a:xfrm>
          <a:prstGeom prst="rect">
            <a:avLst/>
          </a:prstGeom>
          <a:solidFill>
            <a:srgbClr val="E0F7F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1148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437083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de vision (Surya/Texify) : comprend la mise en page, produit un Markdown sémantique exploitable directement par le RAG.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Optimisations : cache SHA-256  ·  Parallélisme asyncio sem=3  ·  Timeout 600s  ·  ~3,8 Go VRAM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marker-pdf — La Librairie en Détail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92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· Datalab (VikParuchuri) · GPU-accelerated · github.com/VikParuchuri/marker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4114800" cy="38404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Sous-modèles intégrés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— Layout Detection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148840"/>
            <a:ext cx="1463040" cy="201168"/>
          </a:xfrm>
          <a:prstGeom prst="rect">
            <a:avLst/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48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Transformer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3774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 la page en régions typées : titre, corps, tableau, figure, en-tête, pied de page. Produit des bounding boxes avec label de type et ordre de lecture.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953512"/>
            <a:ext cx="3657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90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— Text Recognition (OCR)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264408"/>
            <a:ext cx="1463040" cy="201168"/>
          </a:xfrm>
          <a:prstGeom prst="rect">
            <a:avLst/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644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Seq2Seq Vision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4930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le texte région par région avec un modèle séquence-à-séquence. Gère les PDFs scannés, les fonts non-standard et les documents dégradés.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4069080"/>
            <a:ext cx="3657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105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Texify — Formula Recognition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379976"/>
            <a:ext cx="1463040" cy="201168"/>
          </a:xfrm>
          <a:prstGeom prst="rect">
            <a:avLst/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3799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→ LaTeX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460857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Convertit les formules mathématiques et scientifiques en LaTeX valide. Activé automatiquement lorsque des régions de type 'formula' sont détectées.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14173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417320"/>
            <a:ext cx="4114800" cy="38404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417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interne de conversion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1965960"/>
            <a:ext cx="566928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96596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brut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13248" y="2020824"/>
            <a:ext cx="64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</a:rPr>
              <a:t>›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77256" y="1965960"/>
            <a:ext cx="5669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77256" y="196596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Layout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044184" y="2020824"/>
            <a:ext cx="64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</a:rPr>
              <a:t>›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08192" y="1965960"/>
            <a:ext cx="5669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196596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OCR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675120" y="2020824"/>
            <a:ext cx="64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</a:rPr>
              <a:t>›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39128" y="1965960"/>
            <a:ext cx="5669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9128" y="196596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Texify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306056" y="2020824"/>
            <a:ext cx="64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</a:rPr>
              <a:t>›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70064" y="1965960"/>
            <a:ext cx="5669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70064" y="196596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936992" y="2020824"/>
            <a:ext cx="64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</a:rPr>
              <a:t>›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01000" y="1965960"/>
            <a:ext cx="566928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01000" y="196596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46320" y="2542032"/>
            <a:ext cx="38862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PdfConverter + create_model_dict()  →  text_from_rendered()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218688"/>
            <a:ext cx="4114800" cy="1764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218688"/>
            <a:ext cx="4114800" cy="384048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2186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usage dans DoctorFill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846320" y="367588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Modèles chargés une seule fois au démarrage (~3,8 Go VRAM)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46320" y="39867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 FastAPI /extract : PDF → Markdown via converter(file_path)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46320" y="42976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Cache SHA-256 en mémoire (FIFO, max 500 entrées)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46320" y="46085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Appelé par l'orchestrateur pour chaque document uploadé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marker-pdf instancie Surya et Texify ensemble via create_model_dict() — une seule initialisation pour les 3 modèles de vision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Language Models dans le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7889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889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926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— Compréhension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Document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490472"/>
            <a:ext cx="173736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90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+ Texify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9202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layout par vision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 de règles heuristiques)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633472"/>
            <a:ext cx="2423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2491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robuste des PDFs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scannés ou dégradés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438144"/>
            <a:ext cx="2423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52958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Préserve la structure sémantique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(titres, tableaux, colonnes)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3240" y="25603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809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246120" y="960120"/>
            <a:ext cx="27889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960120"/>
            <a:ext cx="2788920" cy="45720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96926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11704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Multilingue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Reranking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55848" y="1490472"/>
            <a:ext cx="173736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1490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BAAI/bge-m3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83280" y="19202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Vectorisation des chunks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issus du VLM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83280" y="2633472"/>
            <a:ext cx="2423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72491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sémantique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multilingue (FR/DE/IT)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83280" y="3438144"/>
            <a:ext cx="2423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52958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: top-20 → top-7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meilleurs contextes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035040" y="25603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8090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217920" y="960120"/>
            <a:ext cx="27889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960120"/>
            <a:ext cx="278892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96926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9360" y="11704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— Extraction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Champs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27648" y="1490472"/>
            <a:ext cx="173736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1490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Qwen2.5-14B-AWQ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55080" y="19202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contexte enrichi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le VLM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55080" y="2633472"/>
            <a:ext cx="2423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272491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 la valeur exacte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citation source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55080" y="3438144"/>
            <a:ext cx="2423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352958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JSON structuré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quasi-déterministe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solidFill>
            <a:srgbClr val="E0F7F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4736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VLM ne sont pas qu'un outil OCR : ils structurent la connaissance du document, ce qui améliore directement la qualité du RAG et la précision de l'extraction.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Performances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606040" cy="132588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AVS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06040" cy="132588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058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88s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200400" y="1737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documents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traités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960120"/>
            <a:ext cx="2606040" cy="132588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0058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22/26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035040" y="1737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274320" y="2423160"/>
          <a:ext cx="53035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5852160" y="2423160"/>
            <a:ext cx="30632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0" y="2423160"/>
            <a:ext cx="3063240" cy="365760"/>
          </a:xfrm>
          <a:prstGeom prst="rect">
            <a:avLst/>
          </a:prstGeom>
          <a:solidFill>
            <a:srgbClr val="0F2B4C"/>
          </a:solidFill>
          <a:ln w="12700">
            <a:solidFill>
              <a:srgbClr val="0F2B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d'amélioration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943600" y="28529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Chunking dédié aux champs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(nom, NSS, DDN)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943600" y="33467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Prompts : distinguer médecin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traitant vs. spécialiste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943600" y="3840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Pré-traitement des notes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cliniques abrégées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943600" y="433425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Fine-tuning sur données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médicales suisses réelles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4919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: 70 PDFs synthétiques (3 styles) + 10 documents bruit  ·  26 valeurs de référence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45720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3931920" cy="3566160"/>
          </a:xfrm>
          <a:prstGeom prst="rect">
            <a:avLst/>
          </a:prstGeom>
          <a:solidFill>
            <a:srgbClr val="162A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fonctionne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Pipeline RAG end-to-end opérationnel sur DGX Spark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04825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Marker + VLM : OCR structuré supérieur aux approches classiques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52374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84,6 % de précision sur le formulaire AVS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99923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70 documents traités en 88 s (parallélisme efficace)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4747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Architecture microservices extensible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9502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Sécurité multicouche (API key, validation, sanitisation)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931920" cy="3566160"/>
          </a:xfrm>
          <a:prstGeom prst="rect">
            <a:avLst/>
          </a:prstGeom>
          <a:solidFill>
            <a:srgbClr val="162A4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1155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157276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Fine-tuning du LLM sur données médicales suisses réelles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83480" y="204825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Chunking sémantique dédié aux champs d'identité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83480" y="252374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Amélioration des prompts (rôles médecin/spécialiste)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83480" y="299923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Extension à d'autres formulaires et cantons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83480" y="34747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Intégration dans les systèmes d'information hospitaliers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83480" y="39502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Exploration de VLM end-to-end (lecture + extraction)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DoctorFill — Automatiser l'administratif pour recentrer le médecin sur le soin.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DoctorFill - Présentation</dc:title>
  <dc:subject>PptxGenJS Presentation</dc:subject>
  <dc:creator>DoctorFill</dc:creator>
  <cp:lastModifiedBy>DoctorFill</cp:lastModifiedBy>
  <cp:revision>1</cp:revision>
  <dcterms:created xsi:type="dcterms:W3CDTF">2026-03-23T12:21:54Z</dcterms:created>
  <dcterms:modified xsi:type="dcterms:W3CDTF">2026-03-23T12:21:54Z</dcterms:modified>
</cp:coreProperties>
</file>